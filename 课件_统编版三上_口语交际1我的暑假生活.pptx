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1" r:id="rId34"/>
    <p:sldId id="257" r:id="rId4"/>
    <p:sldId id="260" r:id="rId7"/>
    <p:sldId id="273" r:id="rId19"/>
    <p:sldId id="282" r:id="rId35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封面：第一单元的口语交际《我的暑假生活》。这次的任务是——把暑假里的一件事讲清楚，还要会听。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第一部分：课前签到，答到时说一个描写夏天的词语，顺便唤醒暑假记忆。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唤醒回忆：三张图（海边、学车、做家务）帮学生把藏在脑子里的素材翻出来。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交际要求：说清楚四要素，听认真不打断，可以带照片。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点名签到页：点到名字大声答「到」，再说一个夏天的词语为本组挣一枚小贝壳；小主播用一句话说说暑假最开心的一天。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示范引路：读范文，让学生发现「先说学什么，再怎么说，最后说心情」。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品读关键句：比较「玩得很开心」和「海浪哗哗地响」，明白细节才是画面。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积分榜：按答到、说清、细节感受、会提问、仪态五项给星。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表达三法宝：顺序宝、细节宝、感受宝，给学生可操作的支架。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幸运大转盘：转到哪一组，哪一组派代表上台讲对应的内容。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作业：基础把讲的事写下来；挑战配照片办墙报。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收束：会讲也要会听，听的人给一点回应就是最好的夸奖。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第二部分：明确要求、学习方法。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第三部分：上台交际、互动评价。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ee78e5d6b9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1ae165934d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f830138cc1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7cbc84b28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c61e6ffb42.jpg"/><Relationship Id="rId4" Type="http://schemas.openxmlformats.org/officeDocument/2006/relationships/image" Target="../media/img_762acd4852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54b22732bd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711904f5c1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口语交际：我的暑假生活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第一单元 · 学校生活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唤醒回忆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暑假回忆录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暑假里，你学会了什么新本领？第一次做了什么？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去海边捡贝壳、学会了骑车、帮妈妈做家务……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把你最想分享的那一件事找出来。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用「暑假里，我＿＿，我觉得＿＿」说一句话。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唤醒回忆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交际要求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说：把一件事说清楚——什么时候、在哪儿、和谁、做了什么。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听：认真听，不打断，听完可以提问或补充。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讲的时候可以带上照片或实物，会更有意思。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你打算讲哪件事？它特别在哪里？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听众最想问你什么问题？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明确要求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听到名字大声答「到」，再说一个描写夏天的词语。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答完到黑板上为本组贴一枚小贝壳，四组比一比。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人，用一句话说说暑假里最开心的一天。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示范引路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听一听，学一学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暑假里，我第一次学骑车。开始总摔跤，膝盖都青了，可我还接着练。第三天终于能自己骑一段，风从耳边吹过，我觉得自己像飞起来。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先说学什么，再说怎么练，最后说心情——顺序清楚，有细节。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说清楚的小窍门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海浪哗哗地响，小桶里装满五颜六色的贝壳。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窍门：说出声音和颜色，画面就出来了。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只说「我玩得很开心」，别人什么也看不见。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+1★｜说清一件事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有细节有感受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认真倾听会提问 +2★｜仪态大方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03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上台交际 · 互动评价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表达闯关 · 三个法宝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顺序宝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先说什么时候、在哪儿，再说做了什么，最后说心情。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用上「先……再……最后……」，听的人就清楚了。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细节宝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说出看到的、听到的、想到的，比如「海浪哗哗地响」。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有细节，别人才像真的看见了一样。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感受宝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说出心里的想法：紧张、开心、骄傲、后悔……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真实的感受最打动人。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讲一次新本领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讲一次外出游玩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讲一次家务劳动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讲一次特别的经历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转到谁，谁上台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把今天讲的事写下来，不少于 100 字，写清时间、地点和心情。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为你的讲述配一张照片或一幅画，办一期「暑假生活」墙报。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我的暑假生活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第一单元 · 口语交际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zh-CN" sz="37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会讲，也要会听——听的人能给一点回应，就是最好的夸奖。</a:t>
            </a:r>
            <a:r>
              <a:rPr lang="en-US" sz="37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7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下课前，用一句话说说你的收获。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明确要求 · 学习方法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315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统编版三上</a:t>
            </a:r>
            <a:endParaRPr lang="en-US" sz="315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02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