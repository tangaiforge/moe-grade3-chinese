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77" r:id="rId3"/>
    <p:sldId id="272" r:id="rId10"/>
    <p:sldId id="281" r:id="rId34"/>
    <p:sldId id="257" r:id="rId4"/>
    <p:sldId id="260" r:id="rId7"/>
    <p:sldId id="273" r:id="rId19"/>
    <p:sldId id="282" r:id="rId35"/>
    <p:sldId id="263" r:id="rId11"/>
    <p:sldId id="266" r:id="rId13"/>
    <p:sldId id="274" r:id="rId20"/>
    <p:sldId id="268" r:id="rId17"/>
    <p:sldId id="276" r:id="rId21"/>
    <p:sldId id="280" r:id="rId22"/>
  </p:sldIdLst>
  <p:sldSz cx="9144000" cy="5143500" type="screen16x9"/>
  <p:notesSz cx="13716000" cy="24387175"/>
  <p:embeddedFontLst>
    <p:embeddedFont>
      <p:font typeface="Inter Light"/>
      <p:regular r:id="rId36"/>
    </p:embeddedFont>
    <p:embeddedFont>
      <p:font typeface="Inter Medium"/>
      <p:regular r:id="rId37"/>
    </p:embeddedFont>
    <p:embeddedFont>
      <p:font typeface="Inter Regular"/>
      <p:regular r:id="rId38"/>
      <p:bold r:id="rId39"/>
    </p:embeddedFont>
    <p:embeddedFont>
      <p:font typeface="MiSans"/>
      <p:regular r:id="rId40"/>
      <p:bold r:id="rId41"/>
    </p:embeddedFont>
    <p:embeddedFont>
      <p:font typeface="MiSans Demibold"/>
      <p:regular r:id="rId42"/>
    </p:embeddedFont>
    <p:embeddedFont>
      <p:font typeface="MiSans Normal"/>
      <p:regular r:id="rId43"/>
      <p:bold r:id="rId44"/>
    </p:embeddedFont>
    <p:embeddedFont>
      <p:font typeface="Plus Jakarta Sans Regular"/>
      <p:regular r:id="rId45"/>
      <p:bold r:id="rId46"/>
    </p:embeddedFont>
  </p:embeddedFontLst>
  <p:embeddedFontLst>
    <p:embeddedFont>
      <p:font typeface="MiSans Demibold" pitchFamily="2" charset="-122"/>
      <p:regular r:id="rId24"/>
    </p:embeddedFont>
    <p:embeddedFont>
      <p:font typeface="Inter Medium" panose="02000503000000020004"/>
      <p:regular r:id="rId25"/>
      <p:bold r:id="rId26"/>
    </p:embeddedFont>
    <p:embeddedFont>
      <p:font typeface="MiSans"/>
      <p:regular r:id="rId27"/>
      <p:bold r:id="rId28"/>
    </p:embeddedFont>
    <p:embeddedFont>
      <p:font typeface="MiSans Normal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7E9"/>
    <a:srgbClr val="B2D699"/>
    <a:srgbClr val="548235"/>
    <a:srgbClr val="7CAB32"/>
    <a:srgbClr val="BBDA6F"/>
    <a:srgbClr val="CAE9F4"/>
    <a:srgbClr val="8EBD3B"/>
    <a:srgbClr val="65A755"/>
    <a:srgbClr val="3C7AA6"/>
    <a:srgbClr val="80A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05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0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809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213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617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021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426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19983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23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封面：今天的第一篇习作《猜猜他是谁》。规则只有一条——不许写出名字，但要让人一读就猜中。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第一部分：课前签到，答到时说一个描写人物的词语。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游戏导入：老师描述一位同学，让学生猜，引出「特点」这个词——写人就要写和别人不一样的地方。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写作要求：三条要求讲清楚，尤其是「不能出现名字」和「要有小例子」。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点名签到页：点到名字大声答「到」，再说一个描写人物的词语为本组挣一张笑脸；小主播用一句话介绍一位同学。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范文引路：读《小书虫》，让学生发现「只写一件事，人就立起来了」。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品读关键句：比较「跑得快」和「像一阵风」，让学生明白把特点写成画面。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积分榜：按答到、说特点、写画面、被猜中、书写五项给星。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素材三件宝：外貌、性格、爱好各给支架，提醒学生只挑最有特点的一两处。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幸运大转盘：转到哪一组，哪一组读对应的描写句，读出画面感。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作业：基础完成习作；挑战配图或写家人。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收束：写人小窍门——写特点、写画面、不写名字。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第二部分：明确要求、打开思路。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第三部分：下笔成文、评议修改。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479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671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028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644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453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222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411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223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070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138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2512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31314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2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g_6aaf2801b5.jp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g_288649c3d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4adc04478b.jp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g_c56531a9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g_cd26550fd0.jpg"/><Relationship Id="rId4" Type="http://schemas.openxmlformats.org/officeDocument/2006/relationships/image" Target="../media/img_ec9ef0bdbc.jp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g_d8332d598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45929a8296.jp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089E8DB7-D260-FFDA-4BD9-D4529823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732" y="0"/>
            <a:ext cx="4444268" cy="5143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id="{9FA20D1F-5B0D-CEC4-B6D4-F31A950A4324}"/>
              </a:ext>
            </a:extLst>
          </p:cNvPr>
          <p:cNvSpPr/>
          <p:nvPr/>
        </p:nvSpPr>
        <p:spPr>
          <a:xfrm>
            <a:off x="4699732" y="0"/>
            <a:ext cx="4444268" cy="5143500"/>
          </a:xfrm>
          <a:prstGeom prst="rect">
            <a:avLst/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id="{11F0FDC0-FA29-B69A-AE24-6B2CADE49CD0}"/>
              </a:ext>
            </a:extLst>
          </p:cNvPr>
          <p:cNvSpPr/>
          <p:nvPr/>
        </p:nvSpPr>
        <p:spPr>
          <a:xfrm>
            <a:off x="7248487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+mn-ea"/>
                <a:cs typeface="Plus Jakarta Sans Regular" pitchFamily="2" charset="0"/>
              </a:rPr>
              <a:t>统编版·语文三年级上册</a:t>
            </a:r>
            <a:endParaRPr lang="en-US" sz="825" b="1" dirty="0">
              <a:solidFill>
                <a:schemeClr val="bg1"/>
              </a:solidFill>
              <a:latin typeface="+mn-ea"/>
              <a:cs typeface="Plus Jakarta Sans Regular" pitchFamily="2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285749" y="186048"/>
            <a:ext cx="1946240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FFFFFF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广州市增城区 ＿＿ 小学</a:t>
            </a:r>
            <a:endParaRPr lang="en-US" sz="825" b="1" dirty="0"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5750" y="2381835"/>
            <a:ext cx="4158432" cy="143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320"/>
              </a:lnSpc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习作：猜猜他是谁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5748" y="3819363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授课教师：＿＿＿＿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id="{C007DFB7-4839-A0F7-E833-61F57BAB2C6A}"/>
              </a:ext>
            </a:extLst>
          </p:cNvPr>
          <p:cNvSpPr/>
          <p:nvPr/>
        </p:nvSpPr>
        <p:spPr>
          <a:xfrm>
            <a:off x="3428982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三年级（  ）班</a:t>
            </a:r>
            <a:endParaRPr lang="en-US" sz="825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id="{24860387-D044-F689-DE1C-6AB48C1B4457}"/>
              </a:ext>
            </a:extLst>
          </p:cNvPr>
          <p:cNvSpPr/>
          <p:nvPr/>
        </p:nvSpPr>
        <p:spPr>
          <a:xfrm>
            <a:off x="285748" y="4059228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第一单元 · 学校生活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01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课前签到 · 游戏热身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id="{1F830095-E384-F819-C8AA-514C4B80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80" r="29980"/>
          <a:stretch>
            <a:fillRect/>
          </a:stretch>
        </p:blipFill>
        <p:spPr>
          <a:xfrm>
            <a:off x="190499" y="193717"/>
            <a:ext cx="3047984" cy="42856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猜猜他是谁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7" name="Text 4"/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428983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6"/>
          <p:cNvSpPr/>
          <p:nvPr/>
        </p:nvSpPr>
        <p:spPr>
          <a:xfrm>
            <a:off x="3428982" y="3390793"/>
            <a:ext cx="2628886" cy="31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latin typeface="MiSans" pitchFamily="2" charset="-122"/>
                <a:ea typeface="MiSans" pitchFamily="2" charset="-122"/>
                <a:cs typeface="Inter Medium" pitchFamily="34" charset="-120"/>
              </a:rPr>
              <a:t>我说你猜</a:t>
            </a:r>
            <a:endParaRPr lang="en-US" sz="1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28983" y="3828886"/>
            <a:ext cx="2628886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老师描述：他个子不高，戴着一副小眼镜，一下课就捧着书看。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你能猜出是谁吗？为什么一猜就中？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因为他有和别人不一样的地方——这就叫特点。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43605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9"/>
          <p:cNvSpPr/>
          <p:nvPr/>
        </p:nvSpPr>
        <p:spPr>
          <a:xfrm>
            <a:off x="6243605" y="3390793"/>
            <a:ext cx="2628886" cy="319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说一说</a:t>
            </a:r>
            <a:endParaRPr lang="en-US" sz="1800" dirty="0">
              <a:solidFill>
                <a:srgbClr val="242424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Medium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243605" y="3828886"/>
            <a:ext cx="2682348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用「他/她的特点是……」说一句话，说出一位同学最特别的地方。</a:t>
            </a:r>
            <a:r>
              <a:rPr lang="en-US" altLang="zh-CN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8982" y="190810"/>
            <a:ext cx="4038089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游戏导入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2">
            <a:extLst>
              <a:ext uri="{FF2B5EF4-FFF2-40B4-BE49-F238E27FC236}">
                <a16:creationId id="{DE6E33D4-D1C6-74EA-C04C-D1B1FB37F0C7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id="{CB139B56-34D3-9CBC-3FAA-7EE58481D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1" b="6021"/>
          <a:stretch>
            <a:fillRect/>
          </a:stretch>
        </p:blipFill>
        <p:spPr>
          <a:xfrm>
            <a:off x="191779" y="2333656"/>
            <a:ext cx="4332571" cy="21428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id="{4D9E2F6B-57E0-685A-0C07-CCE7E2EF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86" b="5986"/>
          <a:stretch>
            <a:fillRect/>
          </a:stretch>
        </p:blipFill>
        <p:spPr>
          <a:xfrm>
            <a:off x="4619602" y="2333656"/>
            <a:ext cx="4333852" cy="21428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8" name="Shape 5"/>
          <p:cNvSpPr/>
          <p:nvPr/>
        </p:nvSpPr>
        <p:spPr>
          <a:xfrm>
            <a:off x="4667226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9" name="Text 6"/>
          <p:cNvSpPr/>
          <p:nvPr/>
        </p:nvSpPr>
        <p:spPr>
          <a:xfrm>
            <a:off x="4667227" y="324143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写作要求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7227" y="1333661"/>
            <a:ext cx="2047865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写一位同学，文中不能出现他的名字。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要写出他特别的地方，让别人读了能猜出是谁。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可以从外貌、性格、爱好中选一两处写，最好用上一个小例子。</a:t>
            </a:r>
          </a:p>
        </p:txBody>
      </p:sp>
      <p:sp>
        <p:nvSpPr>
          <p:cNvPr id="11" name="Shape 8"/>
          <p:cNvSpPr/>
          <p:nvPr/>
        </p:nvSpPr>
        <p:spPr>
          <a:xfrm>
            <a:off x="6905590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9"/>
          <p:cNvSpPr/>
          <p:nvPr/>
        </p:nvSpPr>
        <p:spPr>
          <a:xfrm>
            <a:off x="6905589" y="323257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思考题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05590" y="1333661"/>
            <a:ext cx="2047865" cy="84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你打算写谁？他最特别的地方是什么？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用哪一件小事，能让人一眼就猜出来？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90499" y="2333656"/>
            <a:ext cx="8762954" cy="214284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7" name="Text 12"/>
          <p:cNvSpPr/>
          <p:nvPr/>
        </p:nvSpPr>
        <p:spPr>
          <a:xfrm>
            <a:off x="190499" y="190810"/>
            <a:ext cx="428622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明确要求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A490F2CE-628C-EEF8-77B0-B70A93F0E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id="{EC93E55B-5785-3EAF-ACBB-CA0AFA1B4F05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猜猜他是谁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id="{07FF7B6F-60E9-E4F6-2FD9-B2F419820CE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2">
            <a:extLst>
              <a:ext uri="{FF2B5EF4-FFF2-40B4-BE49-F238E27FC236}">
                <a16:creationId id="{E07D558A-DD4B-8C7E-391A-8020A54BF23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已到校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1374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请举手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9055" y="4133647"/>
            <a:ext cx="2217227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今日小主播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1147948"/>
            <a:ext cx="3238483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上课啦 · 点名签到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29055" y="2290799"/>
            <a:ext cx="4566250" cy="1126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听到名字大声答「到」，再说一个描写人物的词语。</a:t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答完到黑板上为本组贴一张笑脸，四组比一比。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今日小主播：抽 1 人，用一句话介绍一位同学（不许说名字）。</a:t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0" descr=" ">
            <a:extLst>
              <a:ext uri="{FF2B5EF4-FFF2-40B4-BE49-F238E27FC236}">
                <a16:creationId id="{47A48DB0-4C57-8CA3-9F11-FBC6328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5" name="Text 0">
            <a:extLst>
              <a:ext uri="{FF2B5EF4-FFF2-40B4-BE49-F238E27FC236}">
                <a16:creationId id="{66423CAB-3A55-325F-37A4-D7A7F11B2523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猜猜他是谁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83A224D0-AD08-46D2-E7B7-F3A56562777C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第1课时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2A670673-EDD2-F7F0-6AF4-229BBBFAA8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01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id="{8FC68798-DB23-F2E0-5A5B-9AB99B91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46" b="14246"/>
          <a:stretch>
            <a:fillRect/>
          </a:stretch>
        </p:blipFill>
        <p:spPr>
          <a:xfrm>
            <a:off x="5977025" y="3278030"/>
            <a:ext cx="2976428" cy="11984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id="{05519FCD-2BD1-E32B-460B-C3A44B05E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18" b="14118"/>
          <a:stretch>
            <a:fillRect/>
          </a:stretch>
        </p:blipFill>
        <p:spPr>
          <a:xfrm>
            <a:off x="2909870" y="3278031"/>
            <a:ext cx="2974166" cy="119847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id="{D91806F6-EFB1-67F1-2900-9466C5E4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52" b="5752"/>
          <a:stretch>
            <a:fillRect/>
          </a:stretch>
        </p:blipFill>
        <p:spPr>
          <a:xfrm>
            <a:off x="2909872" y="190810"/>
            <a:ext cx="6043581" cy="30063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09873" y="190810"/>
            <a:ext cx="6043581" cy="4285692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Shape 6"/>
          <p:cNvSpPr/>
          <p:nvPr/>
        </p:nvSpPr>
        <p:spPr>
          <a:xfrm>
            <a:off x="2909873" y="2381275"/>
            <a:ext cx="6043581" cy="2095227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7"/>
          <p:cNvSpPr/>
          <p:nvPr/>
        </p:nvSpPr>
        <p:spPr>
          <a:xfrm>
            <a:off x="190499" y="190810"/>
            <a:ext cx="2471724" cy="130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范文引路</a:t>
            </a:r>
          </a:p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5" name="Text 9"/>
          <p:cNvSpPr/>
          <p:nvPr/>
        </p:nvSpPr>
        <p:spPr>
          <a:xfrm>
            <a:off x="190499" y="339079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读一读，学一学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90499" y="3828886"/>
            <a:ext cx="2566974" cy="68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她是我们班的「小书虫」。下课铃一响，别人都跑出去了，她却从抽屉里抽出一本书，翻开就舍不得放下。有一次我叫她三遍，她才抬起头，愣愣地问：「啊，放学了吗？」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小作者只写了「看书」这一件事，一个爱看书的女孩就站在我们面前了。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B39A61FF-4594-BA76-36C1-51BC74E0E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D65B94E5-7AC1-F28E-7B68-7B3313B4AD7E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猜猜他是谁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BED90D52-2D89-9DC6-2B30-70A9E6CA1EF4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0085A05-991F-7019-B415-F7C9AB4E144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id="{4C0A8FBE-418C-8853-EA33-C0853C58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7" b="7807"/>
          <a:stretch>
            <a:fillRect/>
          </a:stretch>
        </p:blipFill>
        <p:spPr>
          <a:xfrm>
            <a:off x="190499" y="2757464"/>
            <a:ext cx="3619481" cy="17192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id="{2371A694-7975-EB79-592F-5BDECC6B4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82" b="6082"/>
          <a:stretch>
            <a:fillRect/>
          </a:stretch>
        </p:blipFill>
        <p:spPr>
          <a:xfrm>
            <a:off x="3894048" y="190810"/>
            <a:ext cx="5097551" cy="251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251303" y="3128890"/>
            <a:ext cx="4448050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品读时刻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7" name="Shape 2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1" name="Shape 6"/>
          <p:cNvSpPr/>
          <p:nvPr/>
        </p:nvSpPr>
        <p:spPr>
          <a:xfrm>
            <a:off x="190499" y="190810"/>
            <a:ext cx="3524232" cy="238094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7"/>
          <p:cNvSpPr/>
          <p:nvPr/>
        </p:nvSpPr>
        <p:spPr>
          <a:xfrm>
            <a:off x="190499" y="190810"/>
            <a:ext cx="3619481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有新鲜感的词句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0499" y="1719263"/>
            <a:ext cx="3562331" cy="988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他跑起来像一阵风，一眨眼就冲到了终点，马尾辫在脑后甩得老高。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新鲜在哪：不说「跑得快」，而用「像一阵风」「一眨眼」「甩得老高」让人看见画面。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写人时，把特点写成画面，读者就能猜出来。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3878439D-C8C2-812B-B888-8B1014875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5A8EB87F-B186-655F-5ABD-F8103F97F918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猜猜他是谁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88643130-6C5F-001D-A5E9-705F6DF34518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B27CD63E-560B-AB04-5DE7-E92E5D29FDF2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id="{EF93D6B1-C1D5-8FDA-B9C7-202A86FF04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19688"/>
          <a:stretch>
            <a:fillRect/>
          </a:stretch>
        </p:blipFill>
        <p:spPr>
          <a:xfrm>
            <a:off x="0" y="335"/>
            <a:ext cx="9143952" cy="514283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id="{2A395852-B497-E09E-B7EA-AFBA766BD754}"/>
              </a:ext>
            </a:extLst>
          </p:cNvPr>
          <p:cNvSpPr/>
          <p:nvPr/>
        </p:nvSpPr>
        <p:spPr>
          <a:xfrm>
            <a:off x="48" y="-1"/>
            <a:ext cx="9143952" cy="514316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id="{3BDAEA4F-BD9D-CAA7-0788-1EFBEC6C9131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2945293" y="1879080"/>
            <a:ext cx="6389110" cy="2787898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22500"/>
              </a:lnSpc>
            </a:pPr>
            <a:r>
              <a:rPr lang="en-US" sz="17000" spc="75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5★</a:t>
            </a:r>
            <a:endParaRPr lang="en-US" sz="17000" spc="750" dirty="0"/>
          </a:p>
        </p:txBody>
      </p:sp>
      <p:sp>
        <p:nvSpPr>
          <p:cNvPr id="9" name="Shape 6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3240000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小组星光积分榜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678093"/>
            <a:ext cx="2509825" cy="82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答到 +1★｜说出人物特点 +2★。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写出有画面感的句子 +3★。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让人猜中 +2★｜书写端正 +1★。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99527" y="801176"/>
            <a:ext cx="3995192" cy="994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7740"/>
              </a:lnSpc>
            </a:pPr>
            <a:r>
              <a:rPr lang="en-US" sz="5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今日星光小组</a:t>
            </a:r>
            <a:endParaRPr lang="en-US" sz="540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EA355BD4-EC1C-F621-6857-73EFEE14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7172675C-C9F8-DD6D-7717-2F6718E6F55D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猜猜他是谁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19D77549-3D44-5DA0-7EA5-FC5590B5E89E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86FE76CB-7C3B-40B1-CE90-7EDB2D6A869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1300328"/>
            <a:ext cx="9620746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03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049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下笔成文 · 评议修改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素材闯关 · 三件宝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33733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333733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外貌宝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33733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眼睛、头发、个子、常穿的衣服……</a:t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只挑最有特点的一两处写，不要面面俱到。</a:t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性格宝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46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文静、开朗、爱较真、热心肠……</a:t>
            </a:r>
            <a:endParaRPr lang="en-US" sz="846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46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用一个小事例来表现，比直接说出来更有说服力。</a:t>
            </a:r>
            <a:endParaRPr lang="en-US" sz="846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B72FDC39-100A-C441-8DF2-05BCE030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CFE7A759-6320-9078-AEE0-6FA22B7FA046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爱好宝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252F447D-3BA7-DB58-36FC-4D76EFA402D0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画画、踢球、看书、讲笑话……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写出他做这件事时的样子，画面就出来了。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38B2967-CA12-DA2E-F418-120646CC70D6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猜猜他是谁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id="{5FC5D7DE-DF26-2411-FE41-89CAB4886B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b="29474"/>
          <a:stretch>
            <a:fillRect/>
          </a:stretch>
        </p:blipFill>
        <p:spPr>
          <a:xfrm>
            <a:off x="48" y="335"/>
            <a:ext cx="9143952" cy="51428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id="{C284F5EC-F7E0-97BE-65F8-155C4A76486C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90499" y="190810"/>
            <a:ext cx="10035362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幸运大转盘</a:t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/>
            </a:r>
            <a:endParaRPr lang="en-US" altLang="zh-CN" sz="3600" dirty="0"/>
          </a:p>
        </p:txBody>
      </p:sp>
      <p:sp>
        <p:nvSpPr>
          <p:cNvPr id="9" name="Shape 6"/>
          <p:cNvSpPr/>
          <p:nvPr/>
        </p:nvSpPr>
        <p:spPr>
          <a:xfrm>
            <a:off x="3629006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3629007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29006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读外貌描写句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29006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629007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29006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读性格描写句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读爱好描写句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81729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9" name="Text 16"/>
          <p:cNvSpPr/>
          <p:nvPr/>
        </p:nvSpPr>
        <p:spPr>
          <a:xfrm>
            <a:off x="6481729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/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81729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读范文片段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4" name="Image 0" descr=" ">
            <a:extLst>
              <a:ext uri="{FF2B5EF4-FFF2-40B4-BE49-F238E27FC236}">
                <a16:creationId id="{EEE1F9B6-D086-F301-B93E-262A9BEF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24FA1DED-ECE7-8538-A605-CAF63E8EB6CB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猜猜他是谁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9CD5E74A-1997-7846-A7E2-C6E166D64383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转到谁，谁朗读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BB1C20ED-1A57-0F1D-5DAB-DE471496AAC9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7226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3" name="Text 1"/>
          <p:cNvSpPr/>
          <p:nvPr/>
        </p:nvSpPr>
        <p:spPr>
          <a:xfrm>
            <a:off x="4667226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基础作业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67226" y="3666982"/>
            <a:ext cx="2085964" cy="1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完成习作《猜猜他是谁》，不少于 150 字，文中不能出现名字。</a:t>
            </a:r>
          </a:p>
        </p:txBody>
      </p:sp>
      <p:sp>
        <p:nvSpPr>
          <p:cNvPr id="5" name="Shape 3"/>
          <p:cNvSpPr/>
          <p:nvPr/>
        </p:nvSpPr>
        <p:spPr>
          <a:xfrm>
            <a:off x="6905590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6" name="Text 4"/>
          <p:cNvSpPr/>
          <p:nvPr/>
        </p:nvSpPr>
        <p:spPr>
          <a:xfrm>
            <a:off x="6905589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挑战作业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05589" y="3666982"/>
            <a:ext cx="2085964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为你的习作配一幅人物小画，或写一位家人让家人猜一猜。</a:t>
            </a:r>
          </a:p>
        </p:txBody>
      </p:sp>
      <p:sp>
        <p:nvSpPr>
          <p:cNvPr id="8" name="Text 6"/>
          <p:cNvSpPr/>
          <p:nvPr/>
        </p:nvSpPr>
        <p:spPr>
          <a:xfrm>
            <a:off x="190499" y="381285"/>
            <a:ext cx="3927752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作业与延伸</a:t>
            </a:r>
          </a:p>
          <a:p>
            <a:pPr>
              <a:lnSpc>
                <a:spcPts val="7740"/>
              </a:lnSpc>
            </a:pPr>
            <a:r>
              <a:rPr lang="en-US" sz="6450" dirty="0"/>
              <a:t/>
            </a:r>
            <a:endParaRPr lang="en-US" sz="645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DCE83B11-A9A6-EB13-3AC3-4570988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12" name="Text 0">
            <a:extLst>
              <a:ext uri="{FF2B5EF4-FFF2-40B4-BE49-F238E27FC236}">
                <a16:creationId id="{126D2891-2CF4-699C-2591-73ACD219C6B7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猜猜他是谁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4">
            <a:extLst>
              <a:ext uri="{FF2B5EF4-FFF2-40B4-BE49-F238E27FC236}">
                <a16:creationId id="{63EC4AAA-95DE-FFF6-B4AB-9B90478014F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Text 2">
            <a:extLst>
              <a:ext uri="{FF2B5EF4-FFF2-40B4-BE49-F238E27FC236}">
                <a16:creationId id="{DF4FBA21-7955-A7E5-344D-D2F59DA1F9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5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id="{FAD12A75-EDA9-4E1C-2E63-50343E0C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-106" b="8918"/>
          <a:stretch>
            <a:fillRect/>
          </a:stretch>
        </p:blipFill>
        <p:spPr>
          <a:xfrm>
            <a:off x="0" y="0"/>
            <a:ext cx="9143952" cy="51487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id="{C8BBF3F4-27EF-34C3-9D32-B8146775036D}"/>
              </a:ext>
            </a:extLst>
          </p:cNvPr>
          <p:cNvSpPr/>
          <p:nvPr/>
        </p:nvSpPr>
        <p:spPr>
          <a:xfrm>
            <a:off x="0" y="0"/>
            <a:ext cx="9143952" cy="5148791"/>
          </a:xfrm>
          <a:prstGeom prst="rect">
            <a:avLst/>
          </a:prstGeom>
          <a:solidFill>
            <a:schemeClr val="bg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0">
            <a:extLst>
              <a:ext uri="{FF2B5EF4-FFF2-40B4-BE49-F238E27FC236}">
                <a16:creationId id="{95623774-1D7F-DA20-1D0F-7E88E7CD5A5F}"/>
              </a:ext>
            </a:extLst>
          </p:cNvPr>
          <p:cNvSpPr/>
          <p:nvPr/>
        </p:nvSpPr>
        <p:spPr>
          <a:xfrm>
            <a:off x="285749" y="186048"/>
            <a:ext cx="1390814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猜猜他是谁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294BD212-8331-B23B-370A-C460AECB3010}"/>
              </a:ext>
            </a:extLst>
          </p:cNvPr>
          <p:cNvSpPr/>
          <p:nvPr/>
        </p:nvSpPr>
        <p:spPr>
          <a:xfrm>
            <a:off x="7231025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第一单元 · 习作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EB039B88-978D-0AF5-D59A-E0881645B11D}"/>
              </a:ext>
            </a:extLst>
          </p:cNvPr>
          <p:cNvSpPr/>
          <p:nvPr/>
        </p:nvSpPr>
        <p:spPr>
          <a:xfrm>
            <a:off x="3428982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下课啦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980546" y="1873341"/>
            <a:ext cx="7182861" cy="1873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altLang="zh-CN" sz="31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写完后读给同桌听，看他能不能猜出来。</a:t>
            </a:r>
            <a:r>
              <a:rPr lang="en-US" sz="31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</a:p>
          <a:p>
            <a:pPr algn="ctr"/>
            <a:r>
              <a:rPr lang="en-US" sz="31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</a:rPr>
              <a:t>下课前，用一句话说说写人的小窍门。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02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明确要求 · 打开思路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315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统编版三上</a:t>
            </a:r>
            <a:endParaRPr lang="en-US" sz="315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02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</TotalTime>
  <Words>1291</Words>
  <Application>Microsoft Macintosh PowerPoint</Application>
  <PresentationFormat>全屏显示(16:9)</PresentationFormat>
  <Paragraphs>176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Calibri</vt:lpstr>
      <vt:lpstr>MiSans</vt:lpstr>
      <vt:lpstr>MiSans Demibold</vt:lpstr>
      <vt:lpstr>Inter Medium</vt:lpstr>
      <vt:lpstr>MiSans Normal</vt:lpstr>
      <vt:lpstr>Arial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Blurlayer Presentation</dc:title>
  <dc:subject>PptxGenJS Presentation</dc:subject>
  <dc:creator>Blurlayer</dc:creator>
  <cp:lastModifiedBy>T204597</cp:lastModifiedBy>
  <cp:revision>22</cp:revision>
  <dcterms:created xsi:type="dcterms:W3CDTF">2025-06-25T03:30:32Z</dcterms:created>
  <dcterms:modified xsi:type="dcterms:W3CDTF">2026-07-17T06:36:59Z</dcterms:modified>
</cp:coreProperties>
</file>