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7" r:id="rId3"/>
    <p:sldId id="272" r:id="rId10"/>
    <p:sldId id="281" r:id="rId34"/>
    <p:sldId id="257" r:id="rId4"/>
    <p:sldId id="260" r:id="rId7"/>
    <p:sldId id="273" r:id="rId19"/>
    <p:sldId id="282" r:id="rId35"/>
    <p:sldId id="263" r:id="rId11"/>
    <p:sldId id="266" r:id="rId13"/>
    <p:sldId id="274" r:id="rId20"/>
    <p:sldId id="268" r:id="rId17"/>
    <p:sldId id="276" r:id="rId21"/>
    <p:sldId id="280" r:id="rId22"/>
  </p:sldIdLst>
  <p:sldSz cx="9144000" cy="5143500" type="screen16x9"/>
  <p:notesSz cx="13716000" cy="24387175"/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封面：今天学一篇带星号的略读课文《不懂就要问》。略读课文靠大家自己读，老师只在关键处扶一把。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第一部分：课前签到，先让全班热起来，答到时说一个「勤学」的词语。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情境导入：从私塾的读书声切入，抛出「先生不讲意思，你赞成吗」这个问题，激起阅读期待。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略读提示：默读两遍，带着「孙中山为什么宁可挨打也要问」这个问题读；不懂的词先猜再交流。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点名签到页：点到名字大声答「到」，再说一个勤学词语为本组挣一颗星；再抽一位今日小主播说说自己「不懂」的经历。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品读「学堂一幕」：读孙中山的心理与语言，说说读出怎样的孙中山，鼓励用上课文里的词。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最关键的一页：聚焦「鸦雀无声」，让学生比较两种写法，点明用具体的词写抽象的感受。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积分榜：按答到、朗读、找新鲜感、讲道理、书写五项给星，下课前评出今日星光小组。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词句闯关：抓多音字「背、圈」，易错字「楚、厉」，理解「私塾、鸦雀无声、一字不漏」。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幸运大转盘：转到哪一组，哪一组起立朗读对应段落，读对得两颗星，读错请另一组接上。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作业：基础作业抄写与讲故事；挑战作业联系自己写一段「不懂就问」的经历。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收束：让学生用一句话说说自己打算怎么做，把道理落到行动上。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第二部分：自主阅读，目标是读通课文、讲清故事。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第三部分：品读感悟，本课时重点是读懂人物、体会品质。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385ce5414c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e3bd904a4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b1a9c42f26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4ace57ad4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4a05a12297.jpg"/><Relationship Id="rId4" Type="http://schemas.openxmlformats.org/officeDocument/2006/relationships/image" Target="../media/img_2e653ef1dc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2a0da6c2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a1c7fbb80f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3* 不懂就要问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第一单元 · 学校生活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导入明标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0" r="29980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私塾里的读书声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一百多年前，孙中山在私塾读书：先生念，学生跟着念，咿咿呀呀，像唱歌一样。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书里的意思，先生从来不讲——你赞成这样的学法吗？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走进课文，看看小时候的孙中山是怎么做的。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用「先……接着……最后……」说说孙中山做了什么。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情境导入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1" b="6021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86" b="5986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略读提示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默读课文，读准字音，读通句子，想一想课文讲了一件什么事。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带着一个问题读：孙中山为什么宁可挨打也要问？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不懂的词句先猜一猜，再和同桌交流。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同学们为什么说「孙中山吓了大家一跳」？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先生的态度前后有什么变化？你从哪儿看出来？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自主阅读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听到名字大声答「到」，再说一个「勤学」的词语。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答完到黑板上为本组贴一颗小星，四组比一比。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人，说说你有过「不懂」的时候吗，后来是怎么做的。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6" b="14246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18" b="14118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52" b="5752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学堂一幕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读一读，体会心情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孙中山想：这样糊里糊涂地背，有什么用呢？于是，他壮着胆子站起来，问：「先生，您刚才让我背的这段书是什么意思？请您给我讲讲吧！」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你读出了怎样的孙中山——爱思考、敢提问、有礼貌。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7" b="7807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2" b="6082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有新鲜感的词句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这一问，把正在摇头晃脑高声念书的同学们吓呆了，课堂里霎时变得鸦雀无声。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新鲜在哪：用「鸦雀无声」写出那一刻的安静，也写出了大家的吃惊。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对比一下：只写「大家很吃惊」，味道就淡了。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+1★｜朗读正确流利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找到新鲜感词句并说清理由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讲清道理 +2★｜书写姿势端正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03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品读感悟 · 积累语言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词句闯关 · 三类提醒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读准音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诵 sòng、例 lì、圈 quān、段 duàn、糊 hú。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多音字：背 bèi（背书）／bēi（背包）；圈 quān（圆圈）／juàn（羊圈）。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认清形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「楚」上边是「林」，下边是「疋」。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「厉」里面是「万」，注意与「历」区分。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理解义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私塾：旧时私人办的学堂。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鸦雀无声：形容非常安静。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一字不漏：一个字也不漏掉。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1 段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2、3 段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4 段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5—7 段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转到谁，谁朗读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抄写本课生字，每字 2 遍；把这个故事讲给家人听。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联系自己：写一次「不懂就问」的经历，3—5 句话，写出心里的想法。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不懂就要问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第一单元 · 第3课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zh-CN" sz="37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记住：学问学问，不懂就要问。</a:t>
            </a:r>
            <a:r>
              <a:rPr lang="en-US" sz="37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7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下课前，用一句话说说你打算怎么做。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自主阅读 · 读懂故事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315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统编版三上</a:t>
            </a:r>
            <a:endParaRPr lang="en-US" sz="315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02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