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1" r:id="rId34"/>
    <p:sldId id="257" r:id="rId4"/>
    <p:sldId id="260" r:id="rId7"/>
    <p:sldId id="273" r:id="rId19"/>
    <p:sldId id="282" r:id="rId35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封面：第一单元的语文园地。这一站做三件事——梳理方法、积累词句、背诵古诗。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第一部分：课前签到，答到时说一个本单元学过的词语。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回顾本单元三篇课文的共同点，引出「语言有新鲜感」。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梳理方法：一读二想三说，把方法显性化，让学生有可操作的路径。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点名签到页：点到名字大声答「到」，再说一个本单元词语为本组挣一片绿叶；小主播背诵《所见》或一句积累。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日积月累：读《所见》，想象画面，说说从「忽然闭口立」看到怎样的孩子。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品读关键：一个「振」字让整片树林都在响；联系增城荔枝林的蝉声。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积分榜：按答到、读词语、说新鲜感、背诵、书写五项给星。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词句闯关：字词块（身体部位成语）、句式块（比较画面感）、积累块（《所见》）。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幸运大转盘：转到哪一组，哪一组完成对应的展示任务。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作业：基础抄写与默写古诗；挑战摘抄课外书的句子。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收束：翻翻积累本，看看这一单元攒了多少宝贝。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第二部分：交流平台，梳理「找新鲜感」的方法。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第三部分：词句段运用与日积月累。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93454c1345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131368e84b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15b24215a0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d942b3cc3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865c742802.jpg"/><Relationship Id="rId4" Type="http://schemas.openxmlformats.org/officeDocument/2006/relationships/image" Target="../media/img_f872c8da3f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ee2707c6fc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6d46df2f74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语文园地一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第一单元 · 学校生活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回顾梳理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回顾本单元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大青树下的小学、花的学校、不懂就要问——三篇课文都写了学校生活。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它们有什么共同点？语言都很有新鲜感。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这一站，我们把「找新鲜感」的方法梳理清楚。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说说你在本单元找到的最有新鲜感的一个句子，它新鲜在哪。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交流平台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梳理方法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找新鲜感三步：一读，画出觉得特别的词句。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二想，它特别在哪里——是没见过，还是用得妙。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三说，用「我觉得……新鲜，因为……」说清楚。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「新鲜」就是「没见过」吗？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熟悉的字词用得妙，算不算有新鲜感？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梳理发现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听到名字大声答「到」，再说一个本单元学过的词语。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答完到黑板上为本组贴一片绿叶，四组比一比。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人，背诵《所见》或一句积累的词句。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日积月累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读一读，想象画面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牧童骑黄牛，歌声振林樾。意欲捕鸣蝉，忽然闭口立。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一个放牛的孩子，唱着歌忽然不出声了——原来他想捉那只鸣叫的蝉。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从「忽然闭口立」，你看到了一个怎样的孩子？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歌声振林樾——一个「振」字，好像整片树林都在响。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忽然闭口立——不出声，反而更传神。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增城的荔枝林里，夏天也有这样的蝉声，你听过吗？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+1★｜读准词语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说清新鲜感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背诵古诗 +2★｜书写端正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03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词句段运用 · 日积月累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词句闯关 · 三块内容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字词块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读一读，记一记：摇头晃脑、披头散发、张牙舞爪、提心吊胆。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这些词都和身体部位有关，读起来很有画面感。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句式块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比较：他跑得很快。／他跑起来像一阵风。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第二句更有画面感——把特点写成画面。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积累块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日积月累《所见》（清·袁枚）：牧童骑黄牛，歌声振林樾。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意欲捕鸣蝉，忽然闭口立。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读词语一组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背诵《所见》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说一个有新鲜感的句子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用身体部位词语说一句话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转到谁，谁展示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抄写园地中的词语，每个 2 遍；背诵并默写《所见》。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摘抄课外书中 3 个有新鲜感的句子，注明「新鲜在哪」。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语文园地一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第一单元 · 语文园地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altLang="zh-CN" sz="300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把你的积累本拿出来，看看这一单元攒了多少宝贝。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00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下课前，用一句话说说找新鲜感的方法。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交流平台 · 梳理发现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315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统编版三上</a:t>
            </a:r>
            <a:endParaRPr lang="en-US" sz="315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02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