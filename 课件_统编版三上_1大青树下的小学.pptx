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10"/>
    <p:sldId id="259" r:id="rId34"/>
    <p:sldId id="260" r:id="rId4"/>
    <p:sldId id="261" r:id="rId7"/>
    <p:sldId id="262" r:id="rId19"/>
    <p:sldId id="263" r:id="rId35"/>
    <p:sldId id="264" r:id="rId11"/>
    <p:sldId id="265" r:id="rId13"/>
    <p:sldId id="266" r:id="rId20"/>
    <p:sldId id="267" r:id="rId17"/>
    <p:sldId id="268" r:id="rId21"/>
    <p:sldId id="269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同学们好！今天我们一起走进第一单元第1课《大青树下的小学》。这是一所很特别的学校——它在边疆，在一棵大青树下。我们先去看看那里的孩子怎么上学。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先别急着翻书，我们来一场签到热身，比一比哪一组最先集齐绿叶。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早晨，你从哪儿走来上学？从增江边、从荔枝林里、从挂绿广场的石板路上……那课文里的小朋友，又是从哪些地方走来的呢？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请大家自由朗读课文，读准字音、读通句子，标上自然段序号，边读边想：课文写了这所小学的哪几个场景？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点到名字的同学大声答「到」，再说一个描写早晨的词语，然后到黑板上为本组贴一片绿叶。今天的小主播，请你用一句话说说上学路上看到的景物。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读第1段。三个「从」连在一起，你仿佛看见了怎样的画面？把画面读出来，读得高兴一点、自豪一点。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这一句最有新鲜感：不直说「读得好听」，却让树枝不摇了、鸟儿不叫了、蝴蝶也停在花朵上，好像都在听。这样一写，安静和好听都被写活了。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看看现在哪一组的星星最多。答到+1★，朗读流利+2★，说清新鲜感+3★，仿写一句+2★，下课前揭晓今日星光小组。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本课有10个要认的字。提醒三件事：「摔」是翘舌音，「绒」是绞丝旁，「装」是衣字底，和衣服有关。坪坝、凤尾竹、山狸这三个词，看图猜猜意思。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转盘转到哪一组，哪一组就起立朗读。没被转到的同学当小评委，听完后送上一句夸奖或建议。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基础作业是抄写13个会写字并背诵喜欢的段落；挑战作业请你仿写《增江边的小学》的开头，用上「从……从……从……」。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下课啦！记得把今天找到的「新鲜感词句」抄进积累本，并用一句话说出你的收获。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这是幸运大转盘，指针停在哪一组，哪一组就起立朗读对应的段落。人人都有机会，准备好了吗？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课文读通了，接下来我们走进画面，去找一找那些「有新鲜感」的词句。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9cbd355aab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1ff964c21a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bb807b8d43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4907bc96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dcc2269627.jpg"/><Relationship Id="rId4" Type="http://schemas.openxmlformats.org/officeDocument/2006/relationships/image" Target="../media/img_93a38025cc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5e50e4cb6b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fe040cb952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1 大青树下的小学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热身闯关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5" r="2465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从增江边走来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早晨，你从哪儿走来上学？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从荔枝林旁的小路，从增江边的绿道，从挂绿广场的石板路上……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课文里的小朋友，又是从哪些地方走来的呢？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用「从……从……从……」说一句话，介绍你上学路上看到的一处景物。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3" b="913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5" b="875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朗读闯关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自由朗读课文，读准字音，读通句子。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给自然段标上序号，想一想写了哪几个场景。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遇到生字多读两遍，同桌互相听一听。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课文写了这所小学的哪几个场景？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上学路上 — 上课 — 下课，你能各找一句吗？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初读任务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听到名字大声答「到」，再说一个描写早晨的词语。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答完到黑板上为本组贴一片绿叶，四组比一比。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人，用一句话说说上学路上看到的景物。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" b="140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" b="102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39" b="639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上学路上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从山坡上，从坪坝里，从一条条开着绒球花和太阳花的小路上，走来了许多小学生……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这句话连用三个「从」，你仿佛看到了怎样的画面？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5" b="2805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4" b="944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树枝不摇了，鸟儿不叫了，蝴蝶也停在花朵上，好像都在听同学们读课文。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新鲜在哪：不直说「读得好听」，而让树枝、鸟儿、蝴蝶当听众。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这样一写，「安静」和「好听」都被写活了。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+1★｜朗读正确流利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找到新鲜感词句并说清理由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仿写一句 +2★｜书写姿势端正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生字闯关 · 三类提醒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46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坝 bà、摔 shuāi、跤 jiāo、静 jìng。</a:t>
            </a:r>
            <a:endParaRPr lang="en-US" sz="846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46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「摔」是翘舌音，「静」是后鼻音，读错要纠正。</a:t>
            </a:r>
            <a:endParaRPr lang="en-US" sz="846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「绒」绞丝旁，与丝线有关；「装」衣字底，与衣服有关。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服装、打扮、装扮——它们是一家人。</a:t>
            </a:r>
            <a:endParaRPr lang="en-US" sz="8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理解义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坪坝：山间或山里的平地。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凤尾竹：叶子像凤凰尾巴的竹子。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看图猜一猜：山狸是一种什么动物？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2、3 段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4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5 段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 13 个会写字，每字 2 遍；背诵喜欢的段落。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仿写《增江边的小学》：从荔枝林里，从增江边，从石板路上……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大青树下的小学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第1课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zh-CN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记得把今天找到的「新鲜感词句」抄进积累本。</a:t>
            </a:r>
            <a:r>
              <a:rPr lang="en-US" sz="37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7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下课前，用一句话说出你的收获。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初读识字 · 读通课文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03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品读感悟 · 积累语言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